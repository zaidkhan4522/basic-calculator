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Elegant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 Project</a:t>
            </a:r>
          </a:p>
          <a:p>
            <a:r>
              <a:t>HTML | CSS | JavaScript</a:t>
            </a:r>
          </a:p>
          <a:p/>
          <a:p>
            <a:r>
              <a:t>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Elegant Calculator is a web-based calculator application designed with a modern UI and smooth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responsive calculator</a:t>
            </a:r>
          </a:p>
          <a:p>
            <a:r>
              <a:t>• Practice JavaScript logic</a:t>
            </a:r>
          </a:p>
          <a:p>
            <a:r>
              <a:t>• Improve UI/UX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HTML5</a:t>
            </a:r>
          </a:p>
          <a:p>
            <a:r>
              <a:t>• CSS3</a:t>
            </a:r>
          </a:p>
          <a:p>
            <a:r>
              <a:t>• JavaScript</a:t>
            </a:r>
          </a:p>
          <a:p>
            <a:r>
              <a:t>• Font Awesome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Basic arithmetic operations</a:t>
            </a:r>
          </a:p>
          <a:p>
            <a:r>
              <a:t>• Dark/Light theme</a:t>
            </a:r>
          </a:p>
          <a:p>
            <a:r>
              <a:t>• Calculation history</a:t>
            </a:r>
          </a:p>
          <a:p>
            <a:r>
              <a:t>• Keyboard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index.html</a:t>
            </a:r>
          </a:p>
          <a:p>
            <a:r>
              <a:t>• style.css</a:t>
            </a:r>
          </a:p>
          <a:p>
            <a:r>
              <a:t>• JavaScript (inside 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Managing calculator state</a:t>
            </a:r>
          </a:p>
          <a:p>
            <a:r>
              <a:t>• Handling keyboard inputs</a:t>
            </a:r>
          </a:p>
          <a:p>
            <a:r>
              <a:t>• Designing responsive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enhanced my frontend development skills and JavaScript problem-solving 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scientific calculator features</a:t>
            </a:r>
          </a:p>
          <a:p>
            <a:r>
              <a:t>• Convert to React app</a:t>
            </a:r>
          </a:p>
          <a:p>
            <a:r>
              <a:t>• Backend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